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/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1F4A7-1C65-CE43-AB59-910A42B99B6B}" v="256" dt="2026-03-01T05:03:13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76" Type="http://schemas.microsoft.com/office/2016/11/relationships/changesInfo" Target="changesInfos/changesInfo1.xml"/><Relationship Id="rId7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旻 方" userId="14df0356c87871b8" providerId="LiveId" clId="{FE5CF90D-32A8-535B-8F79-8A94E25BAB83}"/>
    <pc:docChg chg="undo custSel modSld">
      <pc:chgData name="旻 方" userId="14df0356c87871b8" providerId="LiveId" clId="{FE5CF90D-32A8-535B-8F79-8A94E25BAB83}" dt="2026-03-01T05:03:13.061" v="332" actId="404"/>
      <pc:docMkLst>
        <pc:docMk/>
      </pc:docMkLst>
      <pc:sldChg chg="modSp mod">
        <pc:chgData name="旻 方" userId="14df0356c87871b8" providerId="LiveId" clId="{FE5CF90D-32A8-535B-8F79-8A94E25BAB83}" dt="2026-03-01T04:38:43.923" v="79" actId="6549"/>
        <pc:sldMkLst>
          <pc:docMk/>
          <pc:sldMk cId="0" sldId="283"/>
        </pc:sldMkLst>
        <pc:spChg chg="mod">
          <ac:chgData name="旻 方" userId="14df0356c87871b8" providerId="LiveId" clId="{FE5CF90D-32A8-535B-8F79-8A94E25BAB83}" dt="2026-03-01T04:38:43.923" v="79" actId="6549"/>
          <ac:spMkLst>
            <pc:docMk/>
            <pc:sldMk cId="0" sldId="283"/>
            <ac:spMk id="2" creationId="{00000000-0000-0000-0000-000000000000}"/>
          </ac:spMkLst>
        </pc:spChg>
      </pc:sldChg>
      <pc:sldChg chg="modSp mod">
        <pc:chgData name="旻 方" userId="14df0356c87871b8" providerId="LiveId" clId="{FE5CF90D-32A8-535B-8F79-8A94E25BAB83}" dt="2026-03-01T04:58:25.449" v="285" actId="404"/>
        <pc:sldMkLst>
          <pc:docMk/>
          <pc:sldMk cId="0" sldId="284"/>
        </pc:sldMkLst>
        <pc:spChg chg="mod">
          <ac:chgData name="旻 方" userId="14df0356c87871b8" providerId="LiveId" clId="{FE5CF90D-32A8-535B-8F79-8A94E25BAB83}" dt="2026-03-01T04:40:09.310" v="98" actId="1076"/>
          <ac:spMkLst>
            <pc:docMk/>
            <pc:sldMk cId="0" sldId="284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8:25.449" v="285" actId="404"/>
          <ac:graphicFrameMkLst>
            <pc:docMk/>
            <pc:sldMk cId="0" sldId="284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0:02.450" v="96" actId="1076"/>
          <ac:cxnSpMkLst>
            <pc:docMk/>
            <pc:sldMk cId="0" sldId="284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58:54.636" v="289"/>
        <pc:sldMkLst>
          <pc:docMk/>
          <pc:sldMk cId="0" sldId="285"/>
        </pc:sldMkLst>
        <pc:spChg chg="mod">
          <ac:chgData name="旻 方" userId="14df0356c87871b8" providerId="LiveId" clId="{FE5CF90D-32A8-535B-8F79-8A94E25BAB83}" dt="2026-03-01T04:42:19.099" v="123" actId="1076"/>
          <ac:spMkLst>
            <pc:docMk/>
            <pc:sldMk cId="0" sldId="285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8:54.636" v="289"/>
          <ac:graphicFrameMkLst>
            <pc:docMk/>
            <pc:sldMk cId="0" sldId="285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2:14.089" v="121" actId="1076"/>
          <ac:cxnSpMkLst>
            <pc:docMk/>
            <pc:sldMk cId="0" sldId="285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59:17.462" v="294"/>
        <pc:sldMkLst>
          <pc:docMk/>
          <pc:sldMk cId="0" sldId="286"/>
        </pc:sldMkLst>
        <pc:spChg chg="mod">
          <ac:chgData name="旻 方" userId="14df0356c87871b8" providerId="LiveId" clId="{FE5CF90D-32A8-535B-8F79-8A94E25BAB83}" dt="2026-03-01T04:43:36.866" v="160" actId="14100"/>
          <ac:spMkLst>
            <pc:docMk/>
            <pc:sldMk cId="0" sldId="286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9:17.462" v="294"/>
          <ac:graphicFrameMkLst>
            <pc:docMk/>
            <pc:sldMk cId="0" sldId="286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3:01.663" v="157" actId="1035"/>
          <ac:cxnSpMkLst>
            <pc:docMk/>
            <pc:sldMk cId="0" sldId="286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44:13.151" v="165" actId="404"/>
        <pc:sldMkLst>
          <pc:docMk/>
          <pc:sldMk cId="0" sldId="287"/>
        </pc:sldMkLst>
        <pc:graphicFrameChg chg="mod">
          <ac:chgData name="旻 方" userId="14df0356c87871b8" providerId="LiveId" clId="{FE5CF90D-32A8-535B-8F79-8A94E25BAB83}" dt="2026-03-01T04:44:13.151" v="165" actId="404"/>
          <ac:graphicFrameMkLst>
            <pc:docMk/>
            <pc:sldMk cId="0" sldId="287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46:51.164" v="192"/>
        <pc:sldMkLst>
          <pc:docMk/>
          <pc:sldMk cId="0" sldId="288"/>
        </pc:sldMkLst>
        <pc:spChg chg="mod">
          <ac:chgData name="旻 方" userId="14df0356c87871b8" providerId="LiveId" clId="{FE5CF90D-32A8-535B-8F79-8A94E25BAB83}" dt="2026-03-01T04:44:37.394" v="167" actId="14100"/>
          <ac:spMkLst>
            <pc:docMk/>
            <pc:sldMk cId="0" sldId="288"/>
            <ac:spMk id="2" creationId="{00000000-0000-0000-0000-000000000000}"/>
          </ac:spMkLst>
        </pc:spChg>
        <pc:spChg chg="mod">
          <ac:chgData name="旻 方" userId="14df0356c87871b8" providerId="LiveId" clId="{FE5CF90D-32A8-535B-8F79-8A94E25BAB83}" dt="2026-03-01T04:44:46.523" v="170" actId="1076"/>
          <ac:spMkLst>
            <pc:docMk/>
            <pc:sldMk cId="0" sldId="288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6:51.164" v="192"/>
          <ac:graphicFrameMkLst>
            <pc:docMk/>
            <pc:sldMk cId="0" sldId="288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4:39.703" v="168" actId="1076"/>
          <ac:cxnSpMkLst>
            <pc:docMk/>
            <pc:sldMk cId="0" sldId="288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47:59.175" v="205"/>
        <pc:sldMkLst>
          <pc:docMk/>
          <pc:sldMk cId="0" sldId="289"/>
        </pc:sldMkLst>
        <pc:spChg chg="mod">
          <ac:chgData name="旻 方" userId="14df0356c87871b8" providerId="LiveId" clId="{FE5CF90D-32A8-535B-8F79-8A94E25BAB83}" dt="2026-03-01T04:47:11.888" v="197" actId="1076"/>
          <ac:spMkLst>
            <pc:docMk/>
            <pc:sldMk cId="0" sldId="289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7:59.175" v="205"/>
          <ac:graphicFrameMkLst>
            <pc:docMk/>
            <pc:sldMk cId="0" sldId="289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7:34.298" v="201" actId="1076"/>
          <ac:cxnSpMkLst>
            <pc:docMk/>
            <pc:sldMk cId="0" sldId="289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48:57.807" v="216" actId="14100"/>
        <pc:sldMkLst>
          <pc:docMk/>
          <pc:sldMk cId="0" sldId="290"/>
        </pc:sldMkLst>
        <pc:spChg chg="mod">
          <ac:chgData name="旻 方" userId="14df0356c87871b8" providerId="LiveId" clId="{FE5CF90D-32A8-535B-8F79-8A94E25BAB83}" dt="2026-03-01T04:48:38.851" v="211" actId="1076"/>
          <ac:spMkLst>
            <pc:docMk/>
            <pc:sldMk cId="0" sldId="290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8:57.807" v="216" actId="14100"/>
          <ac:graphicFrameMkLst>
            <pc:docMk/>
            <pc:sldMk cId="0" sldId="290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8:54.923" v="215" actId="1076"/>
          <ac:cxnSpMkLst>
            <pc:docMk/>
            <pc:sldMk cId="0" sldId="290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3:28:52.954" v="74" actId="14100"/>
        <pc:sldMkLst>
          <pc:docMk/>
          <pc:sldMk cId="0" sldId="291"/>
        </pc:sldMkLst>
        <pc:spChg chg="mod">
          <ac:chgData name="旻 方" userId="14df0356c87871b8" providerId="LiveId" clId="{FE5CF90D-32A8-535B-8F79-8A94E25BAB83}" dt="2026-03-01T03:28:50.619" v="73" actId="1036"/>
          <ac:spMkLst>
            <pc:docMk/>
            <pc:sldMk cId="0" sldId="291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3:28:52.954" v="74" actId="14100"/>
          <ac:graphicFrameMkLst>
            <pc:docMk/>
            <pc:sldMk cId="0" sldId="291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3:28:22.835" v="57" actId="14100"/>
        <pc:sldMkLst>
          <pc:docMk/>
          <pc:sldMk cId="0" sldId="292"/>
        </pc:sldMkLst>
        <pc:spChg chg="mod">
          <ac:chgData name="旻 方" userId="14df0356c87871b8" providerId="LiveId" clId="{FE5CF90D-32A8-535B-8F79-8A94E25BAB83}" dt="2026-03-01T03:28:18.969" v="56" actId="1036"/>
          <ac:spMkLst>
            <pc:docMk/>
            <pc:sldMk cId="0" sldId="292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3:28:22.835" v="57" actId="14100"/>
          <ac:graphicFrameMkLst>
            <pc:docMk/>
            <pc:sldMk cId="0" sldId="292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3:27:56.674" v="42" actId="14100"/>
        <pc:sldMkLst>
          <pc:docMk/>
          <pc:sldMk cId="0" sldId="293"/>
        </pc:sldMkLst>
        <pc:graphicFrameChg chg="mod">
          <ac:chgData name="旻 方" userId="14df0356c87871b8" providerId="LiveId" clId="{FE5CF90D-32A8-535B-8F79-8A94E25BAB83}" dt="2026-03-01T03:27:56.674" v="42" actId="14100"/>
          <ac:graphicFrameMkLst>
            <pc:docMk/>
            <pc:sldMk cId="0" sldId="293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9:40.389" v="297"/>
        <pc:sldMkLst>
          <pc:docMk/>
          <pc:sldMk cId="0" sldId="294"/>
        </pc:sldMkLst>
        <pc:spChg chg="mod">
          <ac:chgData name="旻 方" userId="14df0356c87871b8" providerId="LiveId" clId="{FE5CF90D-32A8-535B-8F79-8A94E25BAB83}" dt="2026-03-01T03:27:21.682" v="36" actId="1036"/>
          <ac:spMkLst>
            <pc:docMk/>
            <pc:sldMk cId="0" sldId="294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9:40.389" v="297"/>
          <ac:graphicFrameMkLst>
            <pc:docMk/>
            <pc:sldMk cId="0" sldId="294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3:27:15.882" v="25" actId="1076"/>
          <ac:cxnSpMkLst>
            <pc:docMk/>
            <pc:sldMk cId="0" sldId="294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3:26:55.446" v="20" actId="404"/>
        <pc:sldMkLst>
          <pc:docMk/>
          <pc:sldMk cId="0" sldId="297"/>
        </pc:sldMkLst>
        <pc:graphicFrameChg chg="mod">
          <ac:chgData name="旻 方" userId="14df0356c87871b8" providerId="LiveId" clId="{FE5CF90D-32A8-535B-8F79-8A94E25BAB83}" dt="2026-03-01T03:26:55.446" v="20" actId="404"/>
          <ac:graphicFrameMkLst>
            <pc:docMk/>
            <pc:sldMk cId="0" sldId="297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3:26:33.752" v="16" actId="404"/>
        <pc:sldMkLst>
          <pc:docMk/>
          <pc:sldMk cId="0" sldId="299"/>
        </pc:sldMkLst>
        <pc:graphicFrameChg chg="mod">
          <ac:chgData name="旻 方" userId="14df0356c87871b8" providerId="LiveId" clId="{FE5CF90D-32A8-535B-8F79-8A94E25BAB83}" dt="2026-03-01T03:26:27.640" v="12" actId="404"/>
          <ac:graphicFrameMkLst>
            <pc:docMk/>
            <pc:sldMk cId="0" sldId="299"/>
            <ac:graphicFrameMk id="5" creationId="{00000000-0000-0000-0000-000000000000}"/>
          </ac:graphicFrameMkLst>
        </pc:graphicFrameChg>
        <pc:graphicFrameChg chg="mod">
          <ac:chgData name="旻 方" userId="14df0356c87871b8" providerId="LiveId" clId="{FE5CF90D-32A8-535B-8F79-8A94E25BAB83}" dt="2026-03-01T03:26:33.752" v="16" actId="404"/>
          <ac:graphicFrameMkLst>
            <pc:docMk/>
            <pc:sldMk cId="0" sldId="299"/>
            <ac:graphicFrameMk id="6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5:00:17.299" v="304" actId="14100"/>
        <pc:sldMkLst>
          <pc:docMk/>
          <pc:sldMk cId="0" sldId="300"/>
        </pc:sldMkLst>
        <pc:spChg chg="mod">
          <ac:chgData name="旻 方" userId="14df0356c87871b8" providerId="LiveId" clId="{FE5CF90D-32A8-535B-8F79-8A94E25BAB83}" dt="2026-03-01T05:00:14.927" v="303" actId="1076"/>
          <ac:spMkLst>
            <pc:docMk/>
            <pc:sldMk cId="0" sldId="300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5:00:17.299" v="304" actId="14100"/>
          <ac:graphicFrameMkLst>
            <pc:docMk/>
            <pc:sldMk cId="0" sldId="300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3:26:01.662" v="7" actId="1076"/>
          <ac:cxnSpMkLst>
            <pc:docMk/>
            <pc:sldMk cId="0" sldId="300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5:01:03.363" v="315"/>
        <pc:sldMkLst>
          <pc:docMk/>
          <pc:sldMk cId="0" sldId="301"/>
        </pc:sldMkLst>
        <pc:graphicFrameChg chg="mod">
          <ac:chgData name="旻 方" userId="14df0356c87871b8" providerId="LiveId" clId="{FE5CF90D-32A8-535B-8F79-8A94E25BAB83}" dt="2026-03-01T05:01:03.363" v="315"/>
          <ac:graphicFrameMkLst>
            <pc:docMk/>
            <pc:sldMk cId="0" sldId="301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5:00:40.286" v="308" actId="1076"/>
          <ac:cxnSpMkLst>
            <pc:docMk/>
            <pc:sldMk cId="0" sldId="301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5:02:25.660" v="329"/>
        <pc:sldMkLst>
          <pc:docMk/>
          <pc:sldMk cId="0" sldId="302"/>
        </pc:sldMkLst>
        <pc:spChg chg="mod">
          <ac:chgData name="旻 方" userId="14df0356c87871b8" providerId="LiveId" clId="{FE5CF90D-32A8-535B-8F79-8A94E25BAB83}" dt="2026-03-01T05:02:11.517" v="326" actId="1076"/>
          <ac:spMkLst>
            <pc:docMk/>
            <pc:sldMk cId="0" sldId="302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5:02:25.660" v="329"/>
          <ac:graphicFrameMkLst>
            <pc:docMk/>
            <pc:sldMk cId="0" sldId="302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5:02:05.235" v="324" actId="1076"/>
          <ac:cxnSpMkLst>
            <pc:docMk/>
            <pc:sldMk cId="0" sldId="302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49:18.121" v="217"/>
        <pc:sldMkLst>
          <pc:docMk/>
          <pc:sldMk cId="0" sldId="303"/>
        </pc:sldMkLst>
        <pc:graphicFrameChg chg="mod">
          <ac:chgData name="旻 方" userId="14df0356c87871b8" providerId="LiveId" clId="{FE5CF90D-32A8-535B-8F79-8A94E25BAB83}" dt="2026-03-01T04:49:18.121" v="217"/>
          <ac:graphicFrameMkLst>
            <pc:docMk/>
            <pc:sldMk cId="0" sldId="303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4:49:50.745" v="230" actId="404"/>
        <pc:sldMkLst>
          <pc:docMk/>
          <pc:sldMk cId="0" sldId="304"/>
        </pc:sldMkLst>
        <pc:graphicFrameChg chg="mod">
          <ac:chgData name="旻 方" userId="14df0356c87871b8" providerId="LiveId" clId="{FE5CF90D-32A8-535B-8F79-8A94E25BAB83}" dt="2026-03-01T04:49:50.745" v="230" actId="404"/>
          <ac:graphicFrameMkLst>
            <pc:docMk/>
            <pc:sldMk cId="0" sldId="304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5:03:13.061" v="332" actId="404"/>
        <pc:sldMkLst>
          <pc:docMk/>
          <pc:sldMk cId="0" sldId="314"/>
        </pc:sldMkLst>
        <pc:graphicFrameChg chg="mod">
          <ac:chgData name="旻 方" userId="14df0356c87871b8" providerId="LiveId" clId="{FE5CF90D-32A8-535B-8F79-8A94E25BAB83}" dt="2026-03-01T05:03:13.061" v="332" actId="404"/>
          <ac:graphicFrameMkLst>
            <pc:docMk/>
            <pc:sldMk cId="0" sldId="314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0:59.132" v="237" actId="14100"/>
        <pc:sldMkLst>
          <pc:docMk/>
          <pc:sldMk cId="0" sldId="317"/>
        </pc:sldMkLst>
        <pc:graphicFrameChg chg="mod">
          <ac:chgData name="旻 方" userId="14df0356c87871b8" providerId="LiveId" clId="{FE5CF90D-32A8-535B-8F79-8A94E25BAB83}" dt="2026-03-01T04:50:59.132" v="237" actId="14100"/>
          <ac:graphicFrameMkLst>
            <pc:docMk/>
            <pc:sldMk cId="0" sldId="317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2:11.986" v="256" actId="14100"/>
        <pc:sldMkLst>
          <pc:docMk/>
          <pc:sldMk cId="0" sldId="318"/>
        </pc:sldMkLst>
        <pc:graphicFrameChg chg="mod">
          <ac:chgData name="旻 方" userId="14df0356c87871b8" providerId="LiveId" clId="{FE5CF90D-32A8-535B-8F79-8A94E25BAB83}" dt="2026-03-01T04:52:11.986" v="256" actId="14100"/>
          <ac:graphicFrameMkLst>
            <pc:docMk/>
            <pc:sldMk cId="0" sldId="318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52:03.616" v="253" actId="1076"/>
          <ac:cxnSpMkLst>
            <pc:docMk/>
            <pc:sldMk cId="0" sldId="318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56:53.273" v="277" actId="403"/>
        <pc:sldMkLst>
          <pc:docMk/>
          <pc:sldMk cId="0" sldId="319"/>
        </pc:sldMkLst>
        <pc:graphicFrameChg chg="mod">
          <ac:chgData name="旻 方" userId="14df0356c87871b8" providerId="LiveId" clId="{FE5CF90D-32A8-535B-8F79-8A94E25BAB83}" dt="2026-03-01T04:56:53.273" v="277" actId="403"/>
          <ac:graphicFrameMkLst>
            <pc:docMk/>
            <pc:sldMk cId="0" sldId="319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7:41.265" v="278" actId="14100"/>
        <pc:sldMkLst>
          <pc:docMk/>
          <pc:sldMk cId="0" sldId="323"/>
        </pc:sldMkLst>
        <pc:graphicFrameChg chg="mod">
          <ac:chgData name="旻 方" userId="14df0356c87871b8" providerId="LiveId" clId="{FE5CF90D-32A8-535B-8F79-8A94E25BAB83}" dt="2026-03-01T04:57:41.265" v="278" actId="14100"/>
          <ac:graphicFrameMkLst>
            <pc:docMk/>
            <pc:sldMk cId="0" sldId="323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7:46.284" v="279" actId="14100"/>
        <pc:sldMkLst>
          <pc:docMk/>
          <pc:sldMk cId="0" sldId="324"/>
        </pc:sldMkLst>
        <pc:graphicFrameChg chg="mod">
          <ac:chgData name="旻 方" userId="14df0356c87871b8" providerId="LiveId" clId="{FE5CF90D-32A8-535B-8F79-8A94E25BAB83}" dt="2026-03-01T04:57:46.284" v="279" actId="14100"/>
          <ac:graphicFrameMkLst>
            <pc:docMk/>
            <pc:sldMk cId="0" sldId="324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50F9-12D6-6B4A-8402-A8F587998968}" type="datetimeFigureOut">
              <a:t>2026/3/1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7B525-09BC-424E-888D-9AF664E655B7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549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8691A-2536-0366-E1D0-842B2831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2616C9-A19A-7BBC-B388-8009EF115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22D047-1BF4-992A-4E3B-DFD30D0B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C535D-C6ED-FB14-3EBE-8622866B8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CEC1F6-74F1-F5D4-8EB4-1C89AE24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432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02D13-B12A-05BE-E346-B4E05973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F0052-8A19-C558-DA96-960B00BA3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2649C-D658-53CD-B062-7935B9D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F76D5-E2EA-5D76-BCEB-B22E58F3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180F2-6122-28AD-0FDE-BD67624F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732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A9C30-D6DB-D640-811A-BBB4CF4C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B16C4D-4352-2A3E-2172-EA698E8F3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CB31E-2F90-4FD1-29E4-3CBC87F9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63068-8F31-C16D-5B08-9CED3F93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552DF9-A116-AD3C-EF69-2F1F96C6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67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6BF0C-2C1A-468D-0270-1945D869B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BD8FDD-F566-383B-E790-09F796410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EEF5F1-2168-01D3-D6D8-CCE0AFFB7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F2B68B-E229-54C2-102C-794783CC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4230C6-E9C7-A8E4-E31C-44A5B09D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663B5A-831C-FAB9-E195-3CF3DC6E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4354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496EA-A967-060D-C263-57BF3F67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98450-86BE-5219-7737-599BFD3E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846900-9488-A35F-71E8-6B7808FBD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35D5AF-F0D5-DC63-DD96-7981057C9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9E9A9E-57A6-E33D-9B8A-7FA08D9C8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B98833-6A5A-5750-95F8-BA24690B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A717AA-16CF-C881-D1C4-D014BF76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2AF463-E1B0-9F64-5591-0F095519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781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6AA1A-E608-5FF9-D2F5-57AFFE69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F5A4AE-E107-456A-977A-32127842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25C58E-0C5B-F94A-99CF-1D01DCB4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C8BA2D-C0F0-E6B1-0521-A07E982E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34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64496F-BD8F-A876-A2FE-C16B48C3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03606F-420A-6C9F-BFE9-290B3661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995B9-835A-D6A8-0CF2-C386448C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104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FEFD8-DBE5-152B-0934-EF39479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84D582-4DCF-1125-7FE1-E5316A7E6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7CB103-7724-3973-B6EE-2FF136D1B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D5D9AD-D980-3C60-E21C-79CDEAC3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34A8A8-34EB-F0E8-3E05-D873CC19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4A3F28-7188-53FF-34BB-781729BB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3457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CAE9F-5660-4B34-1479-A9CC2A4C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B65CA6-62A7-7F21-9FEA-9144D8917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A41467-7686-C19B-D4BA-EBB2C7AEE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2F9947-6C9D-78AB-C6B5-237DB9A9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B7A792-6080-F032-E93A-695044F8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C8C14A-7ADC-1E9C-BE45-0090B61B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83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6AD3D-7836-BC0F-7118-310AB0E5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1F7D4-9E03-0405-C5E4-E3223464D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EEE440-E023-EDCE-5451-FF214174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495AFD-D3E0-6F2B-2DCC-7DFEB9BE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50DAE-EEFE-19AC-A501-FE6D8A22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90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2DCF73-4EA7-4140-96A6-6829E3CAA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BC7E9B-C4ED-8747-382F-C224D2D40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E7628-5946-C6EC-6D93-3988EE32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913C29-639D-E539-9E11-10918726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65CB5-602C-D478-1887-22F44514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40313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3C64F1-F701-E5A2-11DD-ABACB9E8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FF9804-8846-9264-97E4-2948E568D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F6272C-4346-B57D-8585-C847AF8D8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F6E3BF-C40D-6E54-4B23-FAFFEC486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98B193-A923-3081-9B91-CE1ECFF88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618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2663</Words>
  <Application>Microsoft Macintosh PowerPoint</Application>
  <PresentationFormat>宽屏</PresentationFormat>
  <Paragraphs>289</Paragraphs>
  <Slides>69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Fang</dc:creator>
  <cp:lastModifiedBy>Min Fang</cp:lastModifiedBy>
  <cp:revision>5</cp:revision>
  <dcterms:created xsi:type="dcterms:W3CDTF">2026-02-28T02:41:31Z</dcterms:created>
  <dcterms:modified xsi:type="dcterms:W3CDTF">2026-03-01T05:03:19Z</dcterms:modified>
</cp:coreProperties>
</file>